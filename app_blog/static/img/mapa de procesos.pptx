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7C21A3-652D-4FE9-B560-5FA54768DFE6}" v="333" dt="2022-11-14T22:58:46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14/11/2022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DDAE26C-C3F4-28B9-6725-8B4494837103}"/>
              </a:ext>
            </a:extLst>
          </p:cNvPr>
          <p:cNvSpPr/>
          <p:nvPr/>
        </p:nvSpPr>
        <p:spPr>
          <a:xfrm>
            <a:off x="1032044" y="703552"/>
            <a:ext cx="10538603" cy="3306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cs typeface="Calibri"/>
              </a:rPr>
              <a:t>Proceso estratégico</a:t>
            </a:r>
            <a:endParaRPr lang="es-ES" dirty="0" err="1"/>
          </a:p>
        </p:txBody>
      </p:sp>
      <p:sp>
        <p:nvSpPr>
          <p:cNvPr id="5" name="Flecha: cheurón 4">
            <a:extLst>
              <a:ext uri="{FF2B5EF4-FFF2-40B4-BE49-F238E27FC236}">
                <a16:creationId xmlns:a16="http://schemas.microsoft.com/office/drawing/2014/main" id="{37267F0A-F9CB-650C-8C25-E7374B02F3B5}"/>
              </a:ext>
            </a:extLst>
          </p:cNvPr>
          <p:cNvSpPr/>
          <p:nvPr/>
        </p:nvSpPr>
        <p:spPr>
          <a:xfrm>
            <a:off x="1744349" y="1333656"/>
            <a:ext cx="2803583" cy="116456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cs typeface="Calibri"/>
              </a:rPr>
              <a:t>Promoción de la oferta educativa</a:t>
            </a:r>
            <a:endParaRPr lang="es-ES" dirty="0" err="1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A2B457CE-2461-2E52-2FD9-89448784708C}"/>
              </a:ext>
            </a:extLst>
          </p:cNvPr>
          <p:cNvSpPr/>
          <p:nvPr/>
        </p:nvSpPr>
        <p:spPr>
          <a:xfrm>
            <a:off x="7595932" y="5330561"/>
            <a:ext cx="3824374" cy="125082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Selección de aspirantes para cursos de formación de nuevo recurso</a:t>
            </a:r>
            <a:endParaRPr lang="es-ES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humano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99F4F0D-EC49-4C05-BC00-BE9C2E5B0B76}"/>
              </a:ext>
            </a:extLst>
          </p:cNvPr>
          <p:cNvSpPr/>
          <p:nvPr/>
        </p:nvSpPr>
        <p:spPr>
          <a:xfrm>
            <a:off x="1032044" y="2831401"/>
            <a:ext cx="10538602" cy="416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cs typeface="Calibri"/>
              </a:rPr>
              <a:t>Proceso operativos</a:t>
            </a:r>
            <a:endParaRPr lang="es-ES" dirty="0" err="1"/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D8421D32-AE89-0C20-33D4-61BE87CAD186}"/>
              </a:ext>
            </a:extLst>
          </p:cNvPr>
          <p:cNvSpPr/>
          <p:nvPr/>
        </p:nvSpPr>
        <p:spPr>
          <a:xfrm>
            <a:off x="4878612" y="3375238"/>
            <a:ext cx="2803583" cy="116456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cs typeface="Calibri"/>
              </a:rPr>
              <a:t>Inscripción de aspirantes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DF03E8BE-C911-1787-0ADB-BEE8A1F9AEA8}"/>
              </a:ext>
            </a:extLst>
          </p:cNvPr>
          <p:cNvSpPr/>
          <p:nvPr/>
        </p:nvSpPr>
        <p:spPr>
          <a:xfrm>
            <a:off x="6704533" y="1290518"/>
            <a:ext cx="2803582" cy="125083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Causales de anulación de la inscripción</a:t>
            </a:r>
            <a:endParaRPr lang="es-E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A678A2-002A-C656-ED3B-23A95071CD54}"/>
              </a:ext>
            </a:extLst>
          </p:cNvPr>
          <p:cNvSpPr/>
          <p:nvPr/>
        </p:nvSpPr>
        <p:spPr>
          <a:xfrm>
            <a:off x="1032042" y="4686080"/>
            <a:ext cx="10538601" cy="416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cs typeface="Calibri"/>
              </a:rPr>
              <a:t>Proceso apoyo</a:t>
            </a:r>
            <a:endParaRPr lang="es-ES" dirty="0" err="1"/>
          </a:p>
        </p:txBody>
      </p:sp>
      <p:sp>
        <p:nvSpPr>
          <p:cNvPr id="14" name="Flecha: cheurón 13">
            <a:extLst>
              <a:ext uri="{FF2B5EF4-FFF2-40B4-BE49-F238E27FC236}">
                <a16:creationId xmlns:a16="http://schemas.microsoft.com/office/drawing/2014/main" id="{3C3FB1EA-97E3-B248-133A-F19C979C3400}"/>
              </a:ext>
            </a:extLst>
          </p:cNvPr>
          <p:cNvSpPr/>
          <p:nvPr/>
        </p:nvSpPr>
        <p:spPr>
          <a:xfrm>
            <a:off x="4766094" y="5337124"/>
            <a:ext cx="3033621" cy="125082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Clasificación de aspirantes para cursos de actualización</a:t>
            </a:r>
            <a:endParaRPr lang="es-E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Flecha: cheurón 14">
            <a:extLst>
              <a:ext uri="{FF2B5EF4-FFF2-40B4-BE49-F238E27FC236}">
                <a16:creationId xmlns:a16="http://schemas.microsoft.com/office/drawing/2014/main" id="{94963F1A-AB72-41BE-F6E1-33106F288BB1}"/>
              </a:ext>
            </a:extLst>
          </p:cNvPr>
          <p:cNvSpPr/>
          <p:nvPr/>
        </p:nvSpPr>
        <p:spPr>
          <a:xfrm>
            <a:off x="1169881" y="5333064"/>
            <a:ext cx="3766866" cy="125082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Matrícula de aspirantes seleccionados y clasificados</a:t>
            </a:r>
            <a:endParaRPr lang="es-ES">
              <a:solidFill>
                <a:schemeClr val="tx1">
                  <a:lumMod val="95000"/>
                  <a:lumOff val="5000"/>
                </a:schemeClr>
              </a:solidFill>
              <a:cs typeface="Calibri" panose="020F0502020204030204"/>
            </a:endParaRPr>
          </a:p>
        </p:txBody>
      </p:sp>
      <p:sp>
        <p:nvSpPr>
          <p:cNvPr id="16" name="Flecha: cheurón 15">
            <a:extLst>
              <a:ext uri="{FF2B5EF4-FFF2-40B4-BE49-F238E27FC236}">
                <a16:creationId xmlns:a16="http://schemas.microsoft.com/office/drawing/2014/main" id="{05A96B06-6D57-CC76-163F-544E27B056D2}"/>
              </a:ext>
            </a:extLst>
          </p:cNvPr>
          <p:cNvSpPr/>
          <p:nvPr/>
        </p:nvSpPr>
        <p:spPr>
          <a:xfrm>
            <a:off x="4174121" y="1333655"/>
            <a:ext cx="2803583" cy="116456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  <a:cs typeface="Calibri"/>
              </a:rPr>
              <a:t>Planeación de la oferta educativa</a:t>
            </a:r>
            <a:endParaRPr lang="es-ES" dirty="0" err="1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/>
  <cp:revision>135</cp:revision>
  <dcterms:created xsi:type="dcterms:W3CDTF">2022-11-14T21:26:15Z</dcterms:created>
  <dcterms:modified xsi:type="dcterms:W3CDTF">2022-11-14T22:59:36Z</dcterms:modified>
</cp:coreProperties>
</file>